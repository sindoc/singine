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2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ges.store.office.com/addinsinstallpage.aspx?rs=en-US&amp;assetid=WA200010001&amp;isWac=True&amp;ui=en-US&amp;ad=U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50924"/>
            <a:ext cx="5943600" cy="2102400"/>
          </a:xfrm>
          <a:prstGeom prst="rect">
            <a:avLst/>
          </a:prstGeom>
          <a:ln>
            <a:noFill/>
          </a:ln>
        </p:spPr>
      </p:pic>
      <p:pic>
        <p:nvPicPr>
          <p:cNvPr id="23" name="CommandButton" descr="Command button for Claude by Anthropic for PowerPoint.">
            <a:extLst>
              <a:ext uri="{FF2B5EF4-FFF2-40B4-BE49-F238E27FC236}">
                <a16:creationId xmlns:a16="http://schemas.microsoft.com/office/drawing/2014/main" id="{D2614768-D639-430A-A805-FC966946EF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19" y="3056220"/>
            <a:ext cx="473876" cy="478846"/>
          </a:xfrm>
          <a:prstGeom prst="rect">
            <a:avLst/>
          </a:prstGeom>
          <a:noFill/>
        </p:spPr>
      </p:pic>
      <p:pic>
        <p:nvPicPr>
          <p:cNvPr id="15" name="Add-in_Icon" descr="Icon for Claude by Anthropic for PowerPoint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https://pages.store.office.com/addinsinstallpage.aspx?rs=en-US&amp;assetid=WA200010001&amp;isWac=True&amp;ui=en-US&amp;ad=US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sp>
        <p:nvSpPr>
          <p:cNvPr id="13" name="GroupName">
            <a:extLst>
              <a:ext uri="{FF2B5EF4-FFF2-40B4-BE49-F238E27FC236}">
                <a16:creationId xmlns:a16="http://schemas.microsoft.com/office/drawing/2014/main" id="{A6817EF0-1454-46EA-8D01-85B74F1678B5}"/>
              </a:ext>
            </a:extLst>
          </p:cNvPr>
          <p:cNvSpPr txBox="1"/>
          <p:nvPr/>
        </p:nvSpPr>
        <p:spPr>
          <a:xfrm>
            <a:off x="5399979" y="3865366"/>
            <a:ext cx="909955" cy="309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lang="en-GB" sz="800" kern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Claude</a:t>
            </a:r>
            <a:endParaRPr lang="en-IE" sz="12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666462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Claude by Anthropic for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e5be62-534a-470b-8da4-af878d6f20d2}">
  <we:reference id="WA200010001" version="1.0.0.1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83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Sören Sina KH</cp:lastModifiedBy>
  <cp:revision>3</cp:revision>
  <dcterms:created xsi:type="dcterms:W3CDTF">2018-06-07T21:39:02Z</dcterms:created>
  <dcterms:modified xsi:type="dcterms:W3CDTF">2026-03-12T18:15:16Z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